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8" r:id="rId4"/>
    <p:sldId id="261" r:id="rId5"/>
    <p:sldId id="263" r:id="rId6"/>
    <p:sldId id="259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A4FFFF-22F6-4884-A952-7B271C917639}">
          <p14:sldIdLst>
            <p14:sldId id="256"/>
            <p14:sldId id="262"/>
            <p14:sldId id="258"/>
            <p14:sldId id="261"/>
            <p14:sldId id="263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23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9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78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5091" y="1480675"/>
            <a:ext cx="3433654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NeuroFleetX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63894" y="2318742"/>
            <a:ext cx="4616212" cy="342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APIs - Taxi Management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54045" y="2966310"/>
            <a:ext cx="223574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21975" y="3493327"/>
            <a:ext cx="249988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5091" y="1480675"/>
            <a:ext cx="3433654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200"/>
              </a:lnSpc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98764" y="392519"/>
            <a:ext cx="7564582" cy="243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Our backend is built using: </a:t>
            </a: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600"/>
              </a:lnSpc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Spring Boot 3.x (REST API framework) </a:t>
            </a: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600"/>
              </a:lnSpc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MongoDB (Flexible NoSQL database) </a:t>
            </a: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600"/>
              </a:lnSpc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Java (Core programming language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lnSpc>
                <a:spcPts val="3600"/>
              </a:lnSpc>
            </a:pP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600"/>
              </a:lnSpc>
            </a:pPr>
            <a:r>
              <a:rPr lang="en-IN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Features</a:t>
            </a: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endParaRPr lang="en-IN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 Main APIs (GET, POST, PUT, DELETE) </a:t>
            </a: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Smart filtering (by status, battery, zone) </a:t>
            </a:r>
            <a:endParaRPr lang="en-I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validation &amp; error 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handling</a:t>
            </a:r>
            <a:endParaRPr lang="en-US" sz="22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27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036" y="591069"/>
            <a:ext cx="7924933" cy="88559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075" y="1706794"/>
            <a:ext cx="7924933" cy="9220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1034" y="2790077"/>
            <a:ext cx="7924933" cy="89355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075" y="3828425"/>
            <a:ext cx="7924933" cy="94528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1036" y="705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Main APIs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534" y="624699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1: GET /api/taxis (Show Taxis)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8821" y="1058884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24"/>
              </a:lnSpc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all available taxis. </a:t>
            </a:r>
            <a:r>
              <a:rPr lang="en-US" sz="14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battery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%, by status (IDLE/ON_TRIP/CHARGING), by nearest </a:t>
            </a:r>
            <a:r>
              <a:rPr lang="en-US" sz="14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</a:t>
            </a:r>
            <a:r>
              <a:rPr lang="en-US" sz="1400" dirty="0">
                <a:solidFill>
                  <a:schemeClr val="bg2"/>
                </a:solidFill>
              </a:rPr>
              <a:t>Auto-excludes low battery &amp; charging taxis</a:t>
            </a:r>
          </a:p>
          <a:p>
            <a:pPr marL="0" indent="0">
              <a:lnSpc>
                <a:spcPts val="1224"/>
              </a:lnSpc>
              <a:buNone/>
            </a:pP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09532" y="1753207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2: POST /api/taxis (Add Taxi)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8820" y="2179920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taxi. Validates: registration format, battery 0-100%. Auto-sets: if battery &lt; 20% → </a:t>
            </a:r>
            <a:r>
              <a:rPr lang="en-US" sz="14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charging , Auto generate ID and Time stamps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825" y="2864096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3: PUT /api/taxis/{id} (Update Taxi)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8819" y="3266646"/>
            <a:ext cx="7461707" cy="224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taxi. Smart rules: battery &lt; 20% → force CHARGING, </a:t>
            </a:r>
            <a:r>
              <a:rPr lang="en-US" sz="12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start trip while charging, update trip count ,</a:t>
            </a:r>
            <a:r>
              <a:rPr lang="en-US" sz="1200" dirty="0" smtClean="0">
                <a:solidFill>
                  <a:schemeClr val="bg2"/>
                </a:solidFill>
              </a:rPr>
              <a:t>Update </a:t>
            </a:r>
            <a:r>
              <a:rPr lang="en-US" sz="1200" dirty="0">
                <a:solidFill>
                  <a:schemeClr val="bg2"/>
                </a:solidFill>
              </a:rPr>
              <a:t>location, battery, </a:t>
            </a:r>
            <a:r>
              <a:rPr lang="en-US" sz="1200" dirty="0" smtClean="0">
                <a:solidFill>
                  <a:schemeClr val="bg2"/>
                </a:solidFill>
              </a:rPr>
              <a:t>Auto-update </a:t>
            </a:r>
            <a:r>
              <a:rPr lang="en-US" sz="1200" dirty="0">
                <a:solidFill>
                  <a:schemeClr val="bg2"/>
                </a:solidFill>
              </a:rPr>
              <a:t>trip metrics (km, trips count)</a:t>
            </a:r>
          </a:p>
          <a:p>
            <a:endParaRPr lang="en-US" sz="1200" dirty="0"/>
          </a:p>
          <a:p>
            <a:endParaRPr lang="en-US" sz="1200" dirty="0"/>
          </a:p>
          <a:p>
            <a:pPr marL="0" indent="0">
              <a:lnSpc>
                <a:spcPts val="1224"/>
              </a:lnSpc>
              <a:buNone/>
            </a:pP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08823" y="3943080"/>
            <a:ext cx="7461707" cy="274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4: DELETE /api/taxis/{id} (Remove Taxi)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818" y="4347312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24"/>
              </a:lnSpc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</a:t>
            </a:r>
            <a:r>
              <a:rPr lang="en-US" sz="102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2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IN" sz="1200" dirty="0">
                <a:solidFill>
                  <a:schemeClr val="bg2"/>
                </a:solidFill>
              </a:rPr>
              <a:t>Can't delete if </a:t>
            </a:r>
            <a:r>
              <a:rPr lang="en-IN" sz="1200" dirty="0" smtClean="0">
                <a:solidFill>
                  <a:schemeClr val="bg2"/>
                </a:solidFill>
              </a:rPr>
              <a:t>ON_TRIP , 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24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5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0036" y="1137708"/>
            <a:ext cx="3433654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63894" y="2318742"/>
            <a:ext cx="4616212" cy="342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54045" y="2966310"/>
            <a:ext cx="223574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21975" y="3493327"/>
            <a:ext cx="2499886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101107" y="1004837"/>
            <a:ext cx="36806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NeuroFleetX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-Backend File Structure</a:t>
            </a:r>
            <a:r>
              <a:rPr lang="en-IN" dirty="0" smtClean="0"/>
              <a:t>│</a:t>
            </a:r>
            <a:endParaRPr lang="en-IN" dirty="0"/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├── controller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├── service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├── repository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├── model</a:t>
            </a:r>
            <a:r>
              <a:rPr lang="en-IN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└── pom.xml (Maven dependencies)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6512" y="916498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This is where REST API requests arrive. </a:t>
            </a:r>
            <a:endParaRPr lang="en-US" sz="16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Service - Contains the business logic. </a:t>
            </a:r>
            <a:r>
              <a:rPr 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Taxi Service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applies rules like 'if battery &lt; 20%, mark as CHARGING'.</a:t>
            </a: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Repository - Communicates directly with MongoDB. It runs queries and returns data.</a:t>
            </a: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 - Defines the structure of our data. Taxi model defines what fields a taxi has (id, registration, battery, location, etc.).</a:t>
            </a: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pom.xml - This Maven file lists all the libraries/dependencies our backend needs to run."</a:t>
            </a:r>
            <a:endParaRPr lang="en-IN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10681" y="310501"/>
            <a:ext cx="29546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BACKEND FILE STRUCTURE</a:t>
            </a:r>
          </a:p>
        </p:txBody>
      </p:sp>
    </p:spTree>
    <p:extLst>
      <p:ext uri="{BB962C8B-B14F-4D97-AF65-F5344CB8AC3E}">
        <p14:creationId xmlns:p14="http://schemas.microsoft.com/office/powerpoint/2010/main" val="248921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075" y="608828"/>
            <a:ext cx="7924933" cy="87229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034" y="1562243"/>
            <a:ext cx="7924933" cy="80140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1075" y="2457863"/>
            <a:ext cx="7924933" cy="7841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075" y="3330780"/>
            <a:ext cx="7924933" cy="85548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0314" y="4302902"/>
            <a:ext cx="7924933" cy="54201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1036" y="108148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 Information Fields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2648" y="655877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82648" y="1020091"/>
            <a:ext cx="7315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Taxi ID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 (KA05AB1234)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Name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71929" y="1577019"/>
            <a:ext cx="7461707" cy="22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71928" y="1872544"/>
            <a:ext cx="7315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Latitude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Longitude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Zone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71928" y="2476946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Battery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71927" y="2744959"/>
            <a:ext cx="7315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(IDLE/ON_TRIP/CHARGING)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Battery Level 0-100%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Charging? Yes/No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82648" y="3351941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82647" y="3642375"/>
            <a:ext cx="7315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Trips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KM</a:t>
            </a:r>
            <a:endParaRPr lang="en-US" sz="960" dirty="0"/>
          </a:p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(4 passengers)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82648" y="4479325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</a:t>
            </a: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Last service date, Next service due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438" y="568030"/>
            <a:ext cx="7924933" cy="90055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1596754"/>
            <a:ext cx="7924933" cy="86014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225" y="2532968"/>
            <a:ext cx="7924933" cy="86110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3435" y="3587810"/>
            <a:ext cx="7924933" cy="899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34" y="5888964"/>
            <a:ext cx="7924933" cy="100756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3438" y="69031"/>
            <a:ext cx="8083431" cy="353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</a:t>
            </a:r>
            <a:r>
              <a:rPr lang="en-US" sz="2700" b="1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Backend 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Apply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48047" y="688328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Battery Management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5050" y="1101328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battery &lt; 20% → Auto-mark taxi as CHARGING. Cannot start new trip until charged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047" y="1662503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Availability Filtering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48047" y="2066984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/taxis shows only taxis that are: status=IDLE, battery &gt; 20%, not charging, isActive=true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8047" y="2615393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Nearest Taxi Calculation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48046" y="2968513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taxis nearest to user location using latitude/longitude distance calculation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8045" y="3626356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Trip Metrics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815839" y="4020132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trip ends: Update total trips completed, total KM driven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301" y="6193731"/>
            <a:ext cx="7461707" cy="17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Safe Deletion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914301" y="6443597"/>
            <a:ext cx="7461707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taxi as inactive instead of deleting. Safety: Cannot delete taxi if currently ON_TRIP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494</Words>
  <Application>Microsoft Office PowerPoint</Application>
  <PresentationFormat>On-screen Show (16:9)</PresentationFormat>
  <Paragraphs>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SangaReddy</cp:lastModifiedBy>
  <cp:revision>12</cp:revision>
  <dcterms:created xsi:type="dcterms:W3CDTF">2025-11-25T15:48:12Z</dcterms:created>
  <dcterms:modified xsi:type="dcterms:W3CDTF">2025-11-26T15:59:23Z</dcterms:modified>
</cp:coreProperties>
</file>